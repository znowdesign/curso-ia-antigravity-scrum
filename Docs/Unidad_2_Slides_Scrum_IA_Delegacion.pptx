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Unidad 2: Scrum + IA + Agentes en Entorno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Integración Profesional de Agentes IA bajo Scrum</a:t>
            </a:r>
          </a:p>
          <a:p>
            <a:pPr lvl="1"/>
            <a:r>
              <a:t>Delegación estratégica dentro del Sprint</a:t>
            </a:r>
          </a:p>
          <a:p>
            <a:pPr lvl="1"/>
            <a:r>
              <a:t>Gobernanza técnica y validación automática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 de Paradigma en 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Antes: Scrum coordinaba humanos</a:t>
            </a:r>
          </a:p>
          <a:p>
            <a:pPr lvl="1"/>
            <a:r>
              <a:t>Ahora: Scrum coordina humanos + agentes IA</a:t>
            </a:r>
          </a:p>
          <a:p>
            <a:pPr lvl="1"/>
            <a:r>
              <a:t>Mayor velocidad requiere mayor control</a:t>
            </a:r>
          </a:p>
          <a:p>
            <a:pPr lvl="1"/>
            <a:r>
              <a:t>Validación automática obligatoria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Eventos Scrum en Entorno AI-Augmented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Sprint Planning: identificar tareas delegables</a:t>
            </a:r>
          </a:p>
          <a:p>
            <a:pPr lvl="1"/>
            <a:r>
              <a:t>Daily: revisión técnica de generación IA</a:t>
            </a:r>
          </a:p>
          <a:p>
            <a:pPr lvl="1"/>
            <a:r>
              <a:t>Sprint Review: validar métricas reales</a:t>
            </a:r>
          </a:p>
          <a:p>
            <a:pPr lvl="1"/>
            <a:r>
              <a:t>Retrospective: analizar calidad de delegación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Ready Extendida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Historia delimitada técnicamente</a:t>
            </a:r>
          </a:p>
          <a:p>
            <a:pPr lvl="1"/>
            <a:r>
              <a:t>Restricciones explícitas</a:t>
            </a:r>
          </a:p>
          <a:p>
            <a:pPr lvl="1"/>
            <a:r>
              <a:t>Criterios medibles</a:t>
            </a:r>
          </a:p>
          <a:p>
            <a:pPr lvl="1"/>
            <a:r>
              <a:t>Nivel de delegación definido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of Done Extendida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 verde obligatorio</a:t>
            </a:r>
          </a:p>
          <a:p>
            <a:pPr lvl="1"/>
            <a:r>
              <a:t>Coverage ≥ 70%</a:t>
            </a:r>
          </a:p>
          <a:p>
            <a:pPr lvl="1"/>
            <a:r>
              <a:t>Lint sin errores críticos</a:t>
            </a:r>
          </a:p>
          <a:p>
            <a:pPr lvl="1"/>
            <a:r>
              <a:t>Documentación actualizada</a:t>
            </a:r>
          </a:p>
          <a:p>
            <a:pPr lvl="1"/>
            <a:r>
              <a:t>Supervisión IA documentada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Delegación Estratégica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Delegable: utilidades, tests, refactor simple</a:t>
            </a:r>
          </a:p>
          <a:p>
            <a:pPr lvl="1"/>
            <a:r>
              <a:t>No delegable: arquitectura crítica, seguridad</a:t>
            </a:r>
          </a:p>
          <a:p>
            <a:pPr lvl="1"/>
            <a:r>
              <a:t>Prompt estructurado como artefacto técnico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Clave del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 por sprint</a:t>
            </a:r>
          </a:p>
          <a:p>
            <a:pPr lvl="1"/>
            <a:r>
              <a:t>Fallos CI por iteración</a:t>
            </a:r>
          </a:p>
          <a:p>
            <a:pPr lvl="1"/>
            <a:r>
              <a:t>Iteraciones por tarea delegada</a:t>
            </a:r>
          </a:p>
          <a:p>
            <a:pPr lvl="1"/>
            <a:r>
              <a:t>Ratio delegación vs supervisión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de Automatización sin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Inflación artificial de velocidad</a:t>
            </a:r>
          </a:p>
          <a:p>
            <a:pPr lvl="1"/>
            <a:r>
              <a:t>Deuda técnica acelerada</a:t>
            </a:r>
          </a:p>
          <a:p>
            <a:pPr lvl="1"/>
            <a:r>
              <a:t>Dependencia excesiva del agente</a:t>
            </a:r>
          </a:p>
          <a:p>
            <a:pPr lvl="1"/>
            <a:r>
              <a:t>Falsa productividad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Delegación IA en Scrum</a:t>
            </a:r>
          </a:p>
        </p:txBody>
      </p:sp>
      <p:pic>
        <p:nvPicPr>
          <p:cNvPr id="3" name="Picture 2" descr="deleg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Simulado – Laboratorio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Planificación del backlog</a:t>
            </a:r>
          </a:p>
          <a:p>
            <a:pPr lvl="1"/>
            <a:r>
              <a:t>Delegación estructurada</a:t>
            </a:r>
          </a:p>
          <a:p>
            <a:pPr lvl="1"/>
            <a:r>
              <a:t>Validación con métricas</a:t>
            </a:r>
          </a:p>
          <a:p>
            <a:pPr lvl="1"/>
            <a:r>
              <a:t>Retrospective técnica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