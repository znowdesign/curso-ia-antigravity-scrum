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el contexto 2025: el desarrollador ya no solo escribe código, ahora supervisa agentes. Aclarar que este curso no enseña a 'usar IA', sino a supervisarla profesionalmente.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Comparar con la automatización industrial: el operador supervisa máquinas. Preguntar: ¿Qué habilidades dejan de ser centrales? ¿Cuáles aumentan su valor?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Diferenciar velocidad de entrega vs calidad sostenible. Resaltar métricas objetivas: coverage, CI, ADR. Conectar con prácticas empresariales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casos reales de código generado con vulnerabilidades. Recalcar que la IA amplifica errores si no hay control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Describir cada fase con un ejemplo práctico. Insistir en que el plan precede al prompt. Mostrar cómo este flujo reduce deuda técnica.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Enfatizar que un buen prompt parece un ticket técnico formal. Pedir a los alumnos que identifiquen qué parte suele omitirse.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Guiar la demo en vivo. Mostrar cómo rechazar código generado si no cumple criterios. Resaltar disciplina profesional.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los criterios de aceptación antes de escribir el prompt. Evaluar calidad del código generado y cobertura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Conectar Antigravity con Scrum. Explicar cómo DoD debe incluir métricas objetivas.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discusión crítica. Cerrar enfatizando que el valor profesional está en el juicio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Unidad 1</a:t>
            </a:r>
          </a:p>
          <a:p>
            <a:r>
              <a:t>AI-Augmented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Desarrollo de Software con IA y Agentes Autónomos bajo Scrum</a:t>
            </a:r>
          </a:p>
          <a:p/>
          <a:p>
            <a:r>
              <a:t>Objetivo: Comprender el cambio de paradigma Developer → AI Supervisor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Cambio de Paradigma en Ingeniería de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Antes: Desarrollo manual línea por línea</a:t>
            </a:r>
          </a:p>
          <a:p>
            <a:r>
              <a:t>Ahora: Supervisión estratégica de agentes</a:t>
            </a:r>
          </a:p>
          <a:p>
            <a:r>
              <a:t>Nuevo rol: AI-Augmented Engineer</a:t>
            </a:r>
          </a:p>
          <a:p/>
          <a:p>
            <a:r>
              <a:t>Enfoque: Supervisar &gt; Generar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Productividad Real vs Falsa Productividad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Falsa productividad:</a:t>
            </a:r>
          </a:p>
          <a:p>
            <a:r>
              <a:t>- Código rápido sin pruebas</a:t>
            </a:r>
          </a:p>
          <a:p>
            <a:r>
              <a:t>- Sin arquitectura</a:t>
            </a:r>
          </a:p>
          <a:p/>
          <a:p>
            <a:r>
              <a:t>Productividad real:</a:t>
            </a:r>
          </a:p>
          <a:p>
            <a:r>
              <a:t>- Tests ≥70% coverage</a:t>
            </a:r>
          </a:p>
          <a:p>
            <a:r>
              <a:t>- Pipeline CI verde</a:t>
            </a:r>
          </a:p>
          <a:p>
            <a:r>
              <a:t>- ADR documentado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Riesgos del Uso No Supervisado de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Código duplicado</a:t>
            </a:r>
          </a:p>
          <a:p>
            <a:r>
              <a:t>- Violaciones SOLID</a:t>
            </a:r>
          </a:p>
          <a:p>
            <a:r>
              <a:t>- Vulnerabilidades</a:t>
            </a:r>
          </a:p>
          <a:p>
            <a:r>
              <a:t>- Dependencias innecesarias</a:t>
            </a:r>
          </a:p>
          <a:p>
            <a:r>
              <a:t>- Deuda técnica acelerada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Antigravity (Plan-First)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Definir alcance</a:t>
            </a:r>
          </a:p>
          <a:p>
            <a:r>
              <a:t>2. Diseñar plan técnico</a:t>
            </a:r>
          </a:p>
          <a:p>
            <a:r>
              <a:t>3. Redactar prompt con restricciones</a:t>
            </a:r>
          </a:p>
          <a:p>
            <a:r>
              <a:t>4. Generar código</a:t>
            </a:r>
          </a:p>
          <a:p>
            <a:r>
              <a:t>5. Validar (tests + lint + CI)</a:t>
            </a:r>
          </a:p>
          <a:p>
            <a:r>
              <a:t>6. Corregir y refactorizar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 Prompt Profesional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técnico</a:t>
            </a:r>
          </a:p>
          <a:p>
            <a:r>
              <a:t>Tarea específica</a:t>
            </a:r>
          </a:p>
          <a:p>
            <a:r>
              <a:t>Restricciones claras</a:t>
            </a:r>
          </a:p>
          <a:p>
            <a:r>
              <a:t>Criterios de aceptación</a:t>
            </a:r>
          </a:p>
          <a:p/>
          <a:p>
            <a:r>
              <a:t>Ejemplo:</a:t>
            </a:r>
          </a:p>
          <a:p>
            <a:r>
              <a:t>Implementar función calculateOrderTotal con Jest ≥70%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Técnica – Supervisión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Paso 1: Plan técnico documentado</a:t>
            </a:r>
          </a:p>
          <a:p>
            <a:r>
              <a:t>Paso 2: Prompt estructurado</a:t>
            </a:r>
          </a:p>
          <a:p>
            <a:r>
              <a:t>Paso 3: Generación</a:t>
            </a:r>
          </a:p>
          <a:p>
            <a:r>
              <a:t>Paso 4: Validación automática</a:t>
            </a:r>
          </a:p>
          <a:p>
            <a:r>
              <a:t>Paso 5: Corrección y mejora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Laboratorio Guiado – userValidation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Objetivo: Delegación controlada</a:t>
            </a:r>
          </a:p>
          <a:p/>
          <a:p>
            <a:r>
              <a:t>Implementar:</a:t>
            </a:r>
          </a:p>
          <a:p>
            <a:r>
              <a:t>- Validación de email</a:t>
            </a:r>
          </a:p>
          <a:p>
            <a:r>
              <a:t>- Validación de password</a:t>
            </a:r>
          </a:p>
          <a:p>
            <a:r>
              <a:t>- Tests unitarios</a:t>
            </a:r>
          </a:p>
          <a:p/>
          <a:p>
            <a:r>
              <a:t>Quality Gate: Coverage ≥70%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Integración con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Historia de Usuario clara</a:t>
            </a:r>
          </a:p>
          <a:p>
            <a:r>
              <a:t>Definition of Ready</a:t>
            </a:r>
          </a:p>
          <a:p>
            <a:r>
              <a:t>Definition of Done con Quality Gates</a:t>
            </a:r>
          </a:p>
          <a:p/>
          <a:p>
            <a:r>
              <a:t>Sprint Review basada en evidencia técnica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 y Reflexión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¿Qué no delegarías a un agente?</a:t>
            </a:r>
          </a:p>
          <a:p>
            <a:r>
              <a:t>¿Cómo validas seguridad del código?</a:t>
            </a:r>
          </a:p>
          <a:p>
            <a:r>
              <a:t>¿Qué métricas demuestran productividad real?</a:t>
            </a:r>
          </a:p>
          <a:p/>
          <a:p>
            <a:r>
              <a:t>Competencia clave: Supervisión Estratégica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