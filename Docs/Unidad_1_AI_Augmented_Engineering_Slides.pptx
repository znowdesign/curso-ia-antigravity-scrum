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Unidad 1</a:t>
            </a:r>
          </a:p>
          <a:p>
            <a:r>
              <a:t>AI‑Augmented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Desarrollo de Software con IA y Agentes Autónomos bajo Scrum</a:t>
            </a:r>
          </a:p>
          <a:p/>
          <a:p>
            <a:r>
              <a:t>Objetivo: Comprender el cambio de paradigma Developer → AI Supervisor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Cambio de Paradigma en Ingeniería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Antes: Desarrollo manual línea por línea</a:t>
            </a:r>
          </a:p>
          <a:p>
            <a:r>
              <a:t>Ahora: Supervisión estratégica de agentes</a:t>
            </a:r>
          </a:p>
          <a:p>
            <a:r>
              <a:t>Nuevo rol: AI‑Augmented Engineer</a:t>
            </a:r>
          </a:p>
          <a:p/>
          <a:p>
            <a:r>
              <a:t>Enfoque: Supervisar &gt; Generar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Productividad Real vs Falsa Productividad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Falsa productividad:</a:t>
            </a:r>
          </a:p>
          <a:p>
            <a:r>
              <a:t>- Código rápido sin pruebas</a:t>
            </a:r>
          </a:p>
          <a:p>
            <a:r>
              <a:t>- Sin arquitectura</a:t>
            </a:r>
          </a:p>
          <a:p/>
          <a:p>
            <a:r>
              <a:t>Productividad real:</a:t>
            </a:r>
          </a:p>
          <a:p>
            <a:r>
              <a:t>- Tests ≥70% coverage</a:t>
            </a:r>
          </a:p>
          <a:p>
            <a:r>
              <a:t>- Pipeline CI verde</a:t>
            </a:r>
          </a:p>
          <a:p>
            <a:r>
              <a:t>- ADR documentado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del Uso No Supervisado de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Código duplicado</a:t>
            </a:r>
          </a:p>
          <a:p>
            <a:r>
              <a:t>- Violaciones SOLID</a:t>
            </a:r>
          </a:p>
          <a:p>
            <a:r>
              <a:t>- Vulnerabilidades</a:t>
            </a:r>
          </a:p>
          <a:p>
            <a:r>
              <a:t>- Dependencias innecesarias</a:t>
            </a:r>
          </a:p>
          <a:p>
            <a:r>
              <a:t>- Deuda técnica acelerada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Antigravity (Plan‑First)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Definir alcance</a:t>
            </a:r>
          </a:p>
          <a:p>
            <a:r>
              <a:t>2. Diseñar plan técnico</a:t>
            </a:r>
          </a:p>
          <a:p>
            <a:r>
              <a:t>3. Redactar prompt con restricciones</a:t>
            </a:r>
          </a:p>
          <a:p>
            <a:r>
              <a:t>4. Generar código</a:t>
            </a:r>
          </a:p>
          <a:p>
            <a:r>
              <a:t>5. Validar (tests + lint + CI)</a:t>
            </a:r>
          </a:p>
          <a:p>
            <a:r>
              <a:t>6. Corregir y refactorizar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 Prompt Profesional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técnico</a:t>
            </a:r>
          </a:p>
          <a:p>
            <a:r>
              <a:t>Tarea específica</a:t>
            </a:r>
          </a:p>
          <a:p>
            <a:r>
              <a:t>Restricciones claras</a:t>
            </a:r>
          </a:p>
          <a:p>
            <a:r>
              <a:t>Criterios de aceptación</a:t>
            </a:r>
          </a:p>
          <a:p/>
          <a:p>
            <a:r>
              <a:t>Ejemplo:</a:t>
            </a:r>
          </a:p>
          <a:p>
            <a:r>
              <a:t>Implementar función calculateOrderTotal con Jest ≥70%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Técnica – Supervisión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Paso 1: Plan técnico documentado</a:t>
            </a:r>
          </a:p>
          <a:p>
            <a:r>
              <a:t>Paso 2: Prompt estructurado</a:t>
            </a:r>
          </a:p>
          <a:p>
            <a:r>
              <a:t>Paso 3: Generación</a:t>
            </a:r>
          </a:p>
          <a:p>
            <a:r>
              <a:t>Paso 4: Validación automática</a:t>
            </a:r>
          </a:p>
          <a:p>
            <a:r>
              <a:t>Paso 5: Corrección y mejora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Laboratorio Guiado – userValidation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Objetivo: Delegación controlada</a:t>
            </a:r>
          </a:p>
          <a:p/>
          <a:p>
            <a:r>
              <a:t>Implementar:</a:t>
            </a:r>
          </a:p>
          <a:p>
            <a:r>
              <a:t>- Validación de email</a:t>
            </a:r>
          </a:p>
          <a:p>
            <a:r>
              <a:t>- Validación de password</a:t>
            </a:r>
          </a:p>
          <a:p>
            <a:r>
              <a:t>- Tests unitarios</a:t>
            </a:r>
          </a:p>
          <a:p/>
          <a:p>
            <a:r>
              <a:t>Quality Gate: Coverage ≥70%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Integración con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Historia de Usuario clara</a:t>
            </a:r>
          </a:p>
          <a:p>
            <a:r>
              <a:t>Definition of Ready</a:t>
            </a:r>
          </a:p>
          <a:p>
            <a:r>
              <a:t>Definition of Done con Quality Gates</a:t>
            </a:r>
          </a:p>
          <a:p/>
          <a:p>
            <a:r>
              <a:t>Sprint Review basada en evidencia técnica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y Reflexión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¿Qué no delegarías a un agente?</a:t>
            </a:r>
          </a:p>
          <a:p>
            <a:r>
              <a:t>¿Cómo validas seguridad del código?</a:t>
            </a:r>
          </a:p>
          <a:p>
            <a:r>
              <a:t>¿Qué métricas demuestran productividad real?</a:t>
            </a:r>
          </a:p>
          <a:p/>
          <a:p>
            <a:r>
              <a:t>Competencia clave: Supervisión Estratégica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